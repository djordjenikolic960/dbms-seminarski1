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.fntdata"/><Relationship Id="rId6" Type="http://schemas.openxmlformats.org/officeDocument/2006/relationships/slide" Target="slides/slide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dbf0d5b0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dbf0d5b0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dbf0d5b0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dbf0d5b0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dbf0d5b0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dbf0d5b0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dbf0d5b0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dbf0d5b0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dbf0d5b0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dbf0d5b0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dbf0d5b0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dbf0d5b0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dbf0d5b0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dbf0d5b0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dbf0d5b0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dbf0d5b0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dbf0d5b0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dbf0d5b0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dbf0d5b0c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dbf0d5b0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dbf0d5b0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cdbf0d5b0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52975" y="1188925"/>
            <a:ext cx="75846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Interna struktura i organizacija indeksa kod Firebase Realtime Database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815477" y="374262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Mentor: Prof. dr Aleksandar Stanimirović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Student: Đorđe Nikolić 1236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Firebase baza podataka u realnom vremenu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91150" y="1443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NoSQL baza podataka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Svi klijenti dele jednu instancu baze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Sinhronizacija podataka među korisnicima je zasnovana na događajima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Mogućnost </a:t>
            </a:r>
            <a:r>
              <a:rPr lang="en-GB" sz="2000"/>
              <a:t>provera autentičnosti korisnika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Osobine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Prednosti: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Laka za korišćenje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Poseduje sigurnosna pravila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Ostaje u funkciji čak i bez internet konekcije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Nije potrebno konfigurisati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Nedostaci: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Jedna je od retkih baza koje podatke čuvaju u JSON formatu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Ograničena mogućnost upita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Ograničena mogućnost indeksiranja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Ne poseduje mogućnost agregacije skupa podataka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Sigurnosna pravila 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Omogućavaju kontrolu pristupa podacima u bazi podataka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Pravila su definisana odvojeno od logike aplikacije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Tri vrste pravila za primenu sigurnosti (read, write, validate)</a:t>
            </a:r>
            <a:endParaRPr sz="2000">
              <a:highlight>
                <a:srgbClr val="F8F9FA"/>
              </a:highlight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>
                <a:highlight>
                  <a:srgbClr val="F8F9FA"/>
                </a:highlight>
              </a:rPr>
              <a:t>Primenjuju se atomično</a:t>
            </a:r>
            <a:endParaRPr sz="2000"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Interna struktura baze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Podaci se mogu zamisliti kao JSON stablo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Poseduje mogućnost ugnježdavanja do 32 nivoa dubine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Pribavljanjem roditeljskog čvora pribavljaju se i svi ugnježdeni čvorovi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Denormalizacija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Skaliranje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75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Interna struktura baze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1" cy="24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75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Interna struktura baze - denormalizacija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25" y="1152475"/>
            <a:ext cx="8450549" cy="16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82725"/>
            <a:ext cx="8520601" cy="171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75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Interna struktura baze - denormalizacija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Indeksiranje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Sa porastom aplikacije smanjuju se performanse upita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.indexOn u sigurnosnim pravilma se koristi da bi se performanse poboljšale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Indeksiranje sa orderByChild()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Indeksiranje sa orderByValue()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143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Indeksiranje sa orderByChild()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716350"/>
            <a:ext cx="8520600" cy="4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16350"/>
            <a:ext cx="8458375" cy="21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43000"/>
            <a:ext cx="8458375" cy="18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12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Indeksiranje sa orderByValue()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696250"/>
            <a:ext cx="8520600" cy="43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6250"/>
            <a:ext cx="8520600" cy="221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53500"/>
            <a:ext cx="8520600" cy="187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71975" y="2208750"/>
            <a:ext cx="8520600" cy="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000"/>
              <a:t>Hvala na pažnji!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